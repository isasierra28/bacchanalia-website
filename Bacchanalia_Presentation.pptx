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42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sasierra28.github.io/bacchanalia-websit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035040" y="54864"/>
            <a:ext cx="3035808" cy="5033772"/>
          </a:xfrm>
          <a:prstGeom prst="rect">
            <a:avLst/>
          </a:prstGeom>
          <a:solidFill>
            <a:srgbClr val="7A1E2E">
              <a:alpha val="18000"/>
            </a:srgbClr>
          </a:solidFill>
          <a:ln w="12700">
            <a:solidFill>
              <a:srgbClr val="7A1E2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 rot="2700000">
            <a:off x="6492240" y="109728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 rot="2700000">
            <a:off x="7315200" y="109728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 rot="2700000">
            <a:off x="8138160" y="109728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 rot="2700000">
            <a:off x="6903720" y="169164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 rot="2700000">
            <a:off x="7726680" y="169164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 rot="2700000">
            <a:off x="6492240" y="228600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 rot="2700000">
            <a:off x="7315200" y="228600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 rot="2700000">
            <a:off x="8138160" y="228600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 rot="2700000">
            <a:off x="6903720" y="288036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 rot="2700000">
            <a:off x="7726680" y="288036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 rot="2700000">
            <a:off x="6492240" y="347472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 rot="2700000">
            <a:off x="7315200" y="347472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 rot="2700000">
            <a:off x="8138160" y="3474720"/>
            <a:ext cx="64008" cy="64008"/>
          </a:xfrm>
          <a:prstGeom prst="rect">
            <a:avLst/>
          </a:prstGeom>
          <a:solidFill>
            <a:srgbClr val="C4873A">
              <a:alpha val="45000"/>
            </a:srgbClr>
          </a:solidFill>
          <a:ln w="12700">
            <a:solidFill>
              <a:srgbClr val="C4873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138160" y="1645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011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DEVELOPMENT  ·  VANIER COLLEGE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20040" y="6400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Bacchanalia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320040" y="1600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&amp; Pub</a:t>
            </a:r>
          </a:p>
          <a:p>
            <a:r>
              <a:rPr lang="es-CO" b="1" u="sng" dirty="0">
                <a:hlinkClick r:id="rId3"/>
              </a:rPr>
              <a:t>https://isasierra28.github.io/bacchanalia-website/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00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263347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Bacchus, Roman god of wine — festive, theatrical &amp; welcoming.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36499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lovers  ·  Wine enthusiasts  ·  Young professionals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04164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concept  ·  Explore the menu  ·  Reserve online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0040" y="47411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Isabela Sierra Chinchilla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138160" y="1645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Components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8138160" cy="27432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2606040" cy="1325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54864" cy="1325880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" y="13167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Navbar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" y="1719072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Collapses to hamburger on mobile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99816" y="1188720"/>
            <a:ext cx="2606040" cy="1325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099816" y="1188720"/>
            <a:ext cx="54864" cy="1325880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46120" y="13167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1719072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dishes in the menu section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79592" y="1188720"/>
            <a:ext cx="2606040" cy="1325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879592" y="1188720"/>
            <a:ext cx="54864" cy="1325880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025896" y="13167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Carousel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25896" y="1719072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photos in the gallery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2606040" cy="1325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20040" y="2715768"/>
            <a:ext cx="54864" cy="1325880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" y="2843784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Collapse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" y="3246120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"See more / See less" on menu cards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99816" y="2715768"/>
            <a:ext cx="2606040" cy="1325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099816" y="2715768"/>
            <a:ext cx="54864" cy="1325880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3246120" y="2843784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Toast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3246120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reservation was sent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79592" y="2715768"/>
            <a:ext cx="2606040" cy="1325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5879592" y="2715768"/>
            <a:ext cx="54864" cy="1325880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025896" y="2843784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Badge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25896" y="3246120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Labels: "Chef's Pick" &amp; "New"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47411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Isabela Sierra Chinchilla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138160" y="1645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Features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8138160" cy="27432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8503920" cy="1078992"/>
          </a:xfrm>
          <a:prstGeom prst="rect">
            <a:avLst/>
          </a:prstGeom>
          <a:solidFill>
            <a:srgbClr val="2B2620"/>
          </a:solidFill>
          <a:ln w="9525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749808" cy="107899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0040" y="1170432"/>
            <a:ext cx="7498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2984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Typewriter Effect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168249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subtitle types letter by letter using setTimeout recursion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404872"/>
            <a:ext cx="8503920" cy="1078992"/>
          </a:xfrm>
          <a:prstGeom prst="rect">
            <a:avLst/>
          </a:prstGeom>
          <a:solidFill>
            <a:srgbClr val="2B2620"/>
          </a:solidFill>
          <a:ln w="9525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749808" cy="107899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0040" y="2404872"/>
            <a:ext cx="7498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5328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Back-to-Top Button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91693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Appears after scrolling 300px — smooth scroll back to top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639312"/>
            <a:ext cx="8503920" cy="1078992"/>
          </a:xfrm>
          <a:prstGeom prst="rect">
            <a:avLst/>
          </a:prstGeom>
          <a:solidFill>
            <a:srgbClr val="2B2620"/>
          </a:solidFill>
          <a:ln w="9525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749808" cy="107899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20040" y="3639312"/>
            <a:ext cx="7498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7673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Validation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415137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name, email format, date &amp; guest count — per-field error messages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411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Isabela Sierra Chinchilla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070848" cy="5486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138160" y="1645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Learnings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1024128"/>
            <a:ext cx="8138160" cy="27432"/>
          </a:xfrm>
          <a:prstGeom prst="rect">
            <a:avLst/>
          </a:prstGeom>
          <a:solidFill>
            <a:srgbClr val="C4873A"/>
          </a:solidFill>
          <a:ln w="12700">
            <a:solidFill>
              <a:srgbClr val="C487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114800" cy="3611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20040" y="1170432"/>
            <a:ext cx="4114800" cy="43891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11704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Color Overrides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24942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50545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utility classes (bg-dark, bg-light) were overriding custom CSS colors.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3749040" cy="27432"/>
          </a:xfrm>
          <a:prstGeom prst="rect">
            <a:avLst/>
          </a:prstGeom>
          <a:solidFill>
            <a:srgbClr val="C4873A">
              <a:alpha val="40000"/>
            </a:srgbClr>
          </a:solidFill>
          <a:ln w="12700">
            <a:solidFill>
              <a:srgbClr val="C48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02920" y="35112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376732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Bootstrap utility classes from HTML — let custom CSS handle all backgrounds.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1170432"/>
            <a:ext cx="4114800" cy="3611880"/>
          </a:xfrm>
          <a:prstGeom prst="rect">
            <a:avLst/>
          </a:prstGeom>
          <a:solidFill>
            <a:srgbClr val="2B2620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4114800" cy="43891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46320" y="11704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70078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8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 Inside HTML File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24942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92040" y="2505456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JavaScript was written inline inside index.html, violating the rubric.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383280"/>
            <a:ext cx="3749040" cy="27432"/>
          </a:xfrm>
          <a:prstGeom prst="rect">
            <a:avLst/>
          </a:prstGeom>
          <a:solidFill>
            <a:srgbClr val="C4873A">
              <a:alpha val="40000"/>
            </a:srgbClr>
          </a:solidFill>
          <a:ln w="12700">
            <a:solidFill>
              <a:srgbClr val="C48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92040" y="35112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4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376732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E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all JS to a separate js/script.js file as required.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7411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Isabela Sierra Chinchilla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242</Words>
  <Application>Microsoft Office PowerPoint</Application>
  <PresentationFormat>Presentación en pantalla (16:9)</PresentationFormat>
  <Paragraphs>58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Bacchanalia — Restaurant &amp; Pub</dc:title>
  <dc:subject>PptxGenJS Presentation</dc:subject>
  <dc:creator>Isabela Sierra Chinchilla</dc:creator>
  <cp:lastModifiedBy>Isabela S</cp:lastModifiedBy>
  <cp:revision>3</cp:revision>
  <dcterms:created xsi:type="dcterms:W3CDTF">2026-04-08T20:56:04Z</dcterms:created>
  <dcterms:modified xsi:type="dcterms:W3CDTF">2026-04-08T21:02:07Z</dcterms:modified>
</cp:coreProperties>
</file>